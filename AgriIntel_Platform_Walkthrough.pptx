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FF88"/>
                </a:solidFill>
                <a:latin typeface="Segoe UI"/>
              </a:defRPr>
            </a:pPr>
            <a:r>
              <a:t>AgriIntel.in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National Unified Agricultural Intelligence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00"/>
                </a:solidFill>
                <a:latin typeface="Segoe UI"/>
              </a:defRPr>
            </a:pPr>
            <a:r>
              <a:t>Strategic Gateway — Platform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669280"/>
            <a:ext cx="7315200" cy="4572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Tactical Intelligence Infrastructure  |  Build 782-X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583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  <a:latin typeface="Segoe UI"/>
              </a:defRPr>
            </a:pPr>
            <a:r>
              <a:t>INSTITUTIONAL ACCESS : AUTHORIZED PERSONNEL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What is AgriIntel?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16736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167360" cy="1005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Segoe UI"/>
              </a:defRPr>
            </a:pPr>
            <a:r>
              <a:t>🏗️ India's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National Agricultural Intelligence Stack — a unified platform that brings together AI, real-time data, and market intelligence for Indian agriculture.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3167360" cy="1005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Segoe UI"/>
              </a:defRPr>
            </a:pPr>
            <a:r>
              <a:t>📊 11 Specialized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From live trading desks to AI price forecasts, risk monitoring, arbitrage scanning, voice access, and quality grading — all in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3167360" cy="1005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Segoe UI"/>
              </a:defRPr>
            </a:pPr>
            <a:r>
              <a:t>🤖 10+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Specialized AI agents power each module — ensemble ML models (XGBoost, LightGBM, CatBoost) working together for better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3167360" cy="1005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Segoe UI"/>
              </a:defRPr>
            </a:pPr>
            <a:r>
              <a:t>🌾 Data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Real-time data scraped from Agmarknet (data.gov.in) — India's official agricultural market data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400800"/>
            <a:ext cx="13167360" cy="1005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Segoe UI"/>
              </a:defRPr>
            </a:pPr>
            <a:r>
              <a:t>👥 Built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85800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Segoe UI"/>
              </a:defRPr>
            </a:pPr>
            <a:r>
              <a:t>Farmers • Traders • Analysts • Government • Policy Makers — from a farmer checking prices on a phone call to institutional-grade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📊  Page 01: Command Center — Main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1_main_overview_17899570605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AI Trading Signal: BUY / SELL / HOLD with confidence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Live price, 30-day forecast, risk score, market regime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Price projection chart with AI confidence bands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Risk decomposition + Regional arbitrage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AI Market Analysis in plain English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"Think of it like a Bloomberg Terminal — but for Indian agriculture."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⚡  Page 02: Real-Time Trading Desk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2_realtime_desk_17899571045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Live Order Book — BID/ASK spreads like a stock 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Intraday price charts with Modal, Min, Max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Live transaction feed — every trade as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RACE Model Card — regime detection (VOLATILE/STABLE)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Ensemble AI: XGBoost + LightGBM + CatBoost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"Like a stock trading terminal — but watching real apples at Azadpur Mandi."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🔮  Page 03: Price &amp; Arrival Forecast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3_forecast_1789957130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7-Day and 30-Day price predictions with confidence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Historical vs. Predicted price chart with confidence bands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Day-by-day forecasted price breakdown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Ensemble ML models averaging predictions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Arrival volume estimates for supply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"A weather forecast — but for crop prices. '₹3,300 for onions tomorrow, 85% confidence.'"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🛡️  Page 04: Risk Assessment &amp; Shock Monitoring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4_risk_1789957169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Market Risk Index — overall danger score (0-100)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Value at Risk (VaR 95%) — worst-case loss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30-Day Volatility — how wildly prices are swinging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Climate Impact Score — weather effects on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Shock Alerts — floods, policy changes, supply disruptions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"An earthquake warning system — but for agricultural market crashes."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⚔️  Page 05: Inter-Mandi Arbitrage Scanner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5_arbitrage_1789957194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Max Price Spread — biggest price gap across mandis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Top Target Mandi — where to sell for max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Net Margin Calculator — profit after ALL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Transport cost, commission, and spoilage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Side-by-side mandi price comparison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"Like Skyscanner for flights — but finds the most profitable mandi to sell at."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📰  Page 06: Market Intelligence &amp; News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6_news_1789957220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Aggregated agricultural news from across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AI Sentiment Tags: 🟢 Bullish / ⚪ Neutral / 🔴 Bearish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Market impact ratings for each news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Filter by sentiment type for targeted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One-click deep-dive into full article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"Google News for agriculture — every story tagged with AI market impact."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🧠  Page 07: AI Strategic Consultant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7_consultant_17899572489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Conversational AI chat — ask anything about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'Should I sell my onion stock?' → data-backed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Quick actions: Explain Forecast, Risk Insights,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Mandi-specific and commodity-specific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Natural language reasoning with cited data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"A 24/7 market analyst sitting next to you — powered by AI."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🎤  Page 08: Voice Intelligence (IVR Gateway)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8_voice_17899572768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Multi-language: English, Hindi, Marathi, Telugu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Dial in by phone — no smartphone or internet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Ask: 'Nashik mein pyaaz ka daam kya hai?'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Intent detection + Confidence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Designed for farmers in rural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"Like a bank's phone system — but for crop prices in your language."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🔬  Page 09: Quality Grading (Computer Vision)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09_quality_grading_1789957304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Upload a photo of your produce → instant quality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AI assigns Grade A (Premium) / B (Standard) / C (Discount)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Detects defects: spots, rot, size irregularities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Standardizes quality assessment across all mandis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Eliminates subjective 'this looks good' judgments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"Like plant ID apps — but grades your crop's quality from a photo."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🚛  Page 10: Logistics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10_logistics_1789957332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Route Planning — source to destination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Freight Cost Estimator — exact transport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Destination Profitability Ranker — best profit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Supply-Demand Network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Optimal logistics plan with quantity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"Google Maps for supply chains — showing the most profitable route."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FF88"/>
                </a:solidFill>
                <a:latin typeface="Segoe UI"/>
              </a:defRPr>
            </a:pPr>
            <a:r>
              <a:t>🛠️  Page 11: Data Reliability Dashboard (Admin)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37160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_11_data_reliability_1789957363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6217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5852160" cy="47548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Scraper Success Rate — data fetch health (target: 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Avg Execution Time — pipeline speed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Recent Execution Logs — every pipeline run 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03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Data Quality Alerts — anomaly and gap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4805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▸  Manual Data Update trigger for admins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6126480"/>
            <a:ext cx="5852160" cy="1188720"/>
          </a:xfrm>
          <a:prstGeom prst="roundRect">
            <a:avLst/>
          </a:prstGeom>
          <a:solidFill>
            <a:srgbClr val="1A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6263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Segoe UI"/>
              </a:defRPr>
            </a:pPr>
            <a:r>
              <a:t>💡 In Simple Words: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62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"The engine room of the ship — keeps everything running smoothly."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🏗️ 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16736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🤖  10+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Each page powered by specialized AI agents collaborating in a swarm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0" y="16459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📈  3 ML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XGBoost + LightGBM + CatBoost ensemble — combined for superior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7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⚡  Real-Time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Scraped from Agmarknet (data.gov.in) — India's official mandi data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0175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15467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💬  NLP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66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Natural Language Processing for news sentiment analysis &amp; AI consultant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👁️  Computer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Deep learning image recognition for quality grading (Grade A/B/C)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43891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526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🎤  Voice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377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Multi-language voice processing for phone-based access (IVR Gateway)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🔒  Enterprise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3093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Role-based access, session management, bcrypt password hashing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5760720"/>
            <a:ext cx="6217920" cy="10972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897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Segoe UI"/>
              </a:defRPr>
            </a:pPr>
            <a:r>
              <a:t>☁️  Cloud 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3093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Deployed on Streamlit Cloud with CI/CD via GitHub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Segoe UI"/>
              </a:defRPr>
            </a:pPr>
            <a:r>
              <a:t>🎯  Who Is This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16736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167360" cy="1280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👨‍🌾  Farmers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Check prices via phone (Voice IVR), get sell/hold advice, quality grading — no smartphone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Key Pages: Voice, Main Overview,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3167360" cy="1280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📊  Traders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Real-time desk, arbitrage scanner, forecast — maximize profit margins on every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Key Pages: Real-Time Desk, Arbitrage, Logistics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3167360" cy="1280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🔬  Analysts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Risk assessment, market intelligence, data reliability — deep institutional-grade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Key Pages: Risk, News, Data Reliability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309359"/>
            <a:ext cx="13167360" cy="1280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446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🏛️  Government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8579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National-level market monitoring, shock detection, policy impact analysis, data health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223759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Key Pages: All Pages — Full Platform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88"/>
                </a:solidFill>
                <a:latin typeface="Segoe UI"/>
              </a:defRPr>
            </a:pPr>
            <a:r>
              <a:t>AgriIntel.in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Built with ❤️ for Indian Agriculture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846320"/>
            <a:ext cx="5486400" cy="27432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Data Source: Agmarknet (data.gov.in)  |  Pilot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agriintel-live.streamlit.app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583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800"/>
                </a:solidFill>
                <a:latin typeface="Segoe U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